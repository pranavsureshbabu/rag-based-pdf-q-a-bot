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5449fa4c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5449fa4c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449fa4c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5449fa4c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449fa4c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449fa4c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252927"/>
            <a:ext cx="8222100" cy="13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 Question Answering (RAG + Chatbot)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49"/>
            <a:ext cx="82221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Project Overview &amp; Reflection</a:t>
            </a:r>
            <a:endParaRPr sz="3200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29150" y="-477550"/>
            <a:ext cx="8520600" cy="7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 UI action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300"/>
            <a:ext cx="9144001" cy="506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7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Architecture (RAG Pipeline)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PDF text extraction using PyMuPDF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Text chunking &amp; embeddings (OpenAI + FAISS)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Vector search for retrieval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GPT-based answer generation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Gradio UI for interactive Q&amp;A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Reflection: What I Added or Changed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Built a cleaner UI using Gradio Blocks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Improved text chunking for more accurate retrieval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Integrated FAISS for fast vector search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Added multi-turn chatbot conversation history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Enhanced prompts for context-aware answering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